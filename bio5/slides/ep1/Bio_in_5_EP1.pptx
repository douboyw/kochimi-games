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743200"/>
            <a:ext cx="8229600" cy="8229600"/>
          </a:xfrm>
          <a:prstGeom prst="oval">
            <a:avLst/>
          </a:prstGeom>
          <a:solidFill>
            <a:srgbClr val="00FFF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486400"/>
            <a:ext cx="6400800" cy="6400800"/>
          </a:xfrm>
          <a:prstGeom prst="oval">
            <a:avLst/>
          </a:prstGeom>
          <a:solidFill>
            <a:srgbClr val="FF6BF3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6400800"/>
            <a:ext cx="4572000" cy="4572000"/>
          </a:xfrm>
          <a:prstGeom prst="oval">
            <a:avLst/>
          </a:prstGeom>
          <a:solidFill>
            <a:srgbClr val="00FFF7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645920" cy="548640"/>
          </a:xfrm>
          <a:prstGeom prst="roundedRect">
            <a:avLst>
              <a:gd name="adj" fmla="val 50000"/>
            </a:avLst>
          </a:prstGeom>
          <a:solidFill>
            <a:srgbClr val="00FF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2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 1/5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 ARE</a:t>
            </a:r>
            <a:endParaRPr lang="en-US" sz="72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CHEMISTRY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6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you're basically fancy soup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7863840"/>
            <a:ext cx="2560320" cy="640080"/>
          </a:xfrm>
          <a:prstGeom prst="roundedRect">
            <a:avLst>
              <a:gd name="adj" fmla="val 50000"/>
            </a:avLst>
          </a:prstGeom>
          <a:solidFill>
            <a:srgbClr val="00FF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7863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D02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00FFF7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6BF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basically just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💧 expensive water 💧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your body is H₂O.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other 40%? That's where it gets wild.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0156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694176" y="8366760"/>
            <a:ext cx="164592" cy="164592"/>
          </a:xfrm>
          <a:prstGeom prst="oval">
            <a:avLst/>
          </a:prstGeom>
          <a:solidFill>
            <a:srgbClr val="00FFF7"/>
          </a:solidFill>
          <a:ln/>
        </p:spPr>
      </p:sp>
      <p:sp>
        <p:nvSpPr>
          <p:cNvPr id="8" name="Shape 6"/>
          <p:cNvSpPr/>
          <p:nvPr/>
        </p:nvSpPr>
        <p:spPr>
          <a:xfrm>
            <a:off x="398678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982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150A2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00FFF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So... what IS biochemistry?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00FFF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= study of living things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= study of atoms &amp; molecules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Biochemistry = the chemical reactions that keep you ALIVE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Digesting pizza? Biochemistry.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right now? Also biochemistry.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heart beating? You guessed 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0156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69417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986784" y="8366760"/>
            <a:ext cx="164592" cy="164592"/>
          </a:xfrm>
          <a:prstGeom prst="oval">
            <a:avLst/>
          </a:prstGeom>
          <a:solidFill>
            <a:srgbClr val="00FFF7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460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5721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982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00FFF7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6BF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99% of you is made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just 6 elements 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call them CHNOPS.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 acronym — it's gonna come back.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0156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69417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98678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8366760"/>
            <a:ext cx="164592" cy="164592"/>
          </a:xfrm>
          <a:prstGeom prst="oval">
            <a:avLst/>
          </a:prstGeom>
          <a:solidFill>
            <a:srgbClr val="00FF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982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CHNOPS Squad 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94760" cy="2011680"/>
          </a:xfrm>
          <a:prstGeom prst="roundedRect">
            <a:avLst>
              <a:gd name="adj" fmla="val 9091"/>
            </a:avLst>
          </a:prstGeom>
          <a:solidFill>
            <a:srgbClr val="150A2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⚫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— Carbon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EVERY molecule in you. Life = carbon-based.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794760" cy="2011680"/>
          </a:xfrm>
          <a:prstGeom prst="roundedRect">
            <a:avLst>
              <a:gd name="adj" fmla="val 9091"/>
            </a:avLst>
          </a:prstGeom>
          <a:solidFill>
            <a:srgbClr val="150A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 — Hydrogen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but everywhere. Part of water &amp; almost every organic molecule.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3794760" cy="2011680"/>
          </a:xfrm>
          <a:prstGeom prst="roundedRect">
            <a:avLst>
              <a:gd name="adj" fmla="val 9091"/>
            </a:avLst>
          </a:prstGeom>
          <a:solidFill>
            <a:srgbClr val="150A2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— Nitrogen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DNA &amp; amino acids. You can't think without it. Literally.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3703320"/>
            <a:ext cx="3794760" cy="2011680"/>
          </a:xfrm>
          <a:prstGeom prst="roundedRect">
            <a:avLst>
              <a:gd name="adj" fmla="val 9091"/>
            </a:avLst>
          </a:prstGeom>
          <a:solidFill>
            <a:srgbClr val="150A2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— Oxygen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448056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cells running. Also half of every water molecule in you.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035040"/>
            <a:ext cx="3794760" cy="2011680"/>
          </a:xfrm>
          <a:prstGeom prst="roundedRect">
            <a:avLst>
              <a:gd name="adj" fmla="val 9091"/>
            </a:avLst>
          </a:prstGeom>
          <a:solidFill>
            <a:srgbClr val="150A2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217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6217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— Phosphorus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681228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your energy (ATP) &amp; holds your DNA backbone together.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6035040"/>
            <a:ext cx="3794760" cy="2011680"/>
          </a:xfrm>
          <a:prstGeom prst="roundedRect">
            <a:avLst>
              <a:gd name="adj" fmla="val 9091"/>
            </a:avLst>
          </a:prstGeom>
          <a:solidFill>
            <a:srgbClr val="150A2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6217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💛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6217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— Sulfur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0" y="681228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proteins their 3D shape. Also why eggs smell like... that.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0156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369417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398678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427939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8366760"/>
            <a:ext cx="164592" cy="164592"/>
          </a:xfrm>
          <a:prstGeom prst="oval">
            <a:avLst/>
          </a:prstGeom>
          <a:solidFill>
            <a:srgbClr val="00FFF7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15721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44982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150A2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00FFF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👑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Carbon is the MVP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00FFF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can form 4 bonds at once — it's the ultimate connector.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chains, rings, branches... basically Lego for molecules.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carb, fat, protein, and strand of DNA?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carbon skeleton. 🦴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0156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69417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98678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4608" y="8366760"/>
            <a:ext cx="164592" cy="164592"/>
          </a:xfrm>
          <a:prstGeom prst="oval">
            <a:avLst/>
          </a:prstGeom>
          <a:solidFill>
            <a:srgbClr val="00FF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15721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982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00FFF7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6BF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carbon atom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your body was forged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 dying star ⭐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just chemistry.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cosmic chemistry.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Yeah, you're literally made of stardust. No big deal.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0156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69417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98678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8366760"/>
            <a:ext cx="164592" cy="164592"/>
          </a:xfrm>
          <a:prstGeom prst="oval">
            <a:avLst/>
          </a:prstGeom>
          <a:solidFill>
            <a:srgbClr val="00FF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982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4572000"/>
          </a:xfrm>
          <a:prstGeom prst="oval">
            <a:avLst/>
          </a:prstGeom>
          <a:solidFill>
            <a:srgbClr val="00FF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743200"/>
            <a:ext cx="2743200" cy="2743200"/>
          </a:xfrm>
          <a:prstGeom prst="oval">
            <a:avLst/>
          </a:prstGeom>
          <a:solidFill>
            <a:srgbClr val="FF6BF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UP 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FAB FOUR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37160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00FFF7">
              <a:alpha val="25000"/>
            </a:srgbClr>
          </a:solidFill>
          <a:ln w="19050">
            <a:solidFill>
              <a:srgbClr val="00FF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SAVE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00FFF7">
              <a:alpha val="25000"/>
            </a:srgbClr>
          </a:solidFill>
          <a:ln w="19050">
            <a:solidFill>
              <a:srgbClr val="00FF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SHARE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00FFF7">
              <a:alpha val="25000"/>
            </a:srgbClr>
          </a:solidFill>
          <a:ln w="19050">
            <a:solidFill>
              <a:srgbClr val="00FF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➕ FOLLOW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2026-02-17T18:06:59Z</dcterms:created>
  <dcterms:modified xsi:type="dcterms:W3CDTF">2026-02-17T18:06:59Z</dcterms:modified>
</cp:coreProperties>
</file>