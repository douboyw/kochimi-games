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743200"/>
            <a:ext cx="8229600" cy="8229600"/>
          </a:xfrm>
          <a:prstGeom prst="oval">
            <a:avLst/>
          </a:prstGeom>
          <a:solidFill>
            <a:srgbClr val="FF634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486400"/>
            <a:ext cx="6400800" cy="6400800"/>
          </a:xfrm>
          <a:prstGeom prst="oval">
            <a:avLst/>
          </a:prstGeom>
          <a:solidFill>
            <a:srgbClr val="FFA502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6400800"/>
            <a:ext cx="4572000" cy="4572000"/>
          </a:xfrm>
          <a:prstGeom prst="oval">
            <a:avLst/>
          </a:prstGeom>
          <a:solidFill>
            <a:srgbClr val="FF634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1645920" cy="548640"/>
          </a:xfrm>
          <a:prstGeom prst="roundedRect">
            <a:avLst>
              <a:gd name="adj" fmla="val 50000"/>
            </a:avLst>
          </a:prstGeom>
          <a:solidFill>
            <a:srgbClr val="FF634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 5/5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 IN 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ENERGY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eat, breathe &amp; exist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7863840"/>
            <a:ext cx="2560320" cy="640080"/>
          </a:xfrm>
          <a:prstGeom prst="roundedRect">
            <a:avLst>
              <a:gd name="adj" fmla="val 50000"/>
            </a:avLst>
          </a:prstGeom>
          <a:solidFill>
            <a:srgbClr val="FF634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7863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SWIPE →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FF6348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A502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you eat? 🍕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you breathe? 🫁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make ATP.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= your body's energy currency.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movement, thought, and heartbeat runs on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FF6348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22120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634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ATP = Your Body's Battery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6348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= Adenosine Triphosphate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phosphate groups)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pops off → ENERGY released ⚡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uses &amp; recycles ~80 kg of ATP per day.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roughly YOUR BODY WEIGHT.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Every. Single. Day.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store it — you constantly remake it.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FF6348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22120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634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Cellular Respiration = The Big Picture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6348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cells turn food → energy: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(food) + Oxygen (breathing)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CO₂ + Water + ATP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C₆H₁₂O₆ + 6O₂ → 6CO₂ + 6H₂O + ~36 ATP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literally why you eat AND breathe.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= fuel. Other = helps burn it.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FF6348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 Stages 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22120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1️⃣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Glycolysis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Cytoplasm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glucose in half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Makes: 2 ATP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oxygen needed!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22120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2️⃣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3212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Krebs Cycle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0" y="214884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Mitochondria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further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Makes: 2 ATP + electron carriers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22120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3️⃣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4892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 Transport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548640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Mitochondria membrane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power a proton pump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Makes: ~32 ATP (THE BIG ONE)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470916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22120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32120" y="4892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Score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0" y="548640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glucose → ~36 ATP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comes from stage 3.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oxygen matters!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FF6348"/>
          </a:solidFill>
          <a:ln/>
        </p:spPr>
      </p:sp>
      <p:sp>
        <p:nvSpPr>
          <p:cNvPr id="24" name="Shape 22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FF6348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A502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mitochondria IS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powerhouse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the cell. 🏭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the meme is real.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now you actually know WHY.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6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 &amp; 3 both happen inside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FF6348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22120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634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Oxygen? No Problem (kinda)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6348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O₂, cells switch to FERMENTATION: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muscles: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→ lactic acid + 2 ATP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(That BURN during a sprint? Lactic acid. 🔥)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yeast: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→ ethanol + CO₂ + 2 ATP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(That's how we get bread &amp; beer 🍺)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works... but it's WAY less efficient.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FF6348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22120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634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Whole Series in 30 Seconds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6348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EP1: You're made of 6 elements (CHNOPS) ⚗️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EP2: 4 biomolecules build everything 🏗️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EP3: Proteins do the work, enzymes speed it up ⚙️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EP4: DNA → RNA → Protein (the central dogma) 🧬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EP5: Food + O₂ → ATP (energy for everything) ⚡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biochemistry. You just learned it. 🎉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FF6348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914400"/>
            <a:ext cx="4572000" cy="4572000"/>
          </a:xfrm>
          <a:prstGeom prst="oval">
            <a:avLst/>
          </a:prstGeom>
          <a:solidFill>
            <a:srgbClr val="FF634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743200"/>
            <a:ext cx="2743200" cy="2743200"/>
          </a:xfrm>
          <a:prstGeom prst="oval">
            <a:avLst/>
          </a:prstGeom>
          <a:solidFill>
            <a:srgbClr val="FFA502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6459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🎉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634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THAT'S A WRAP!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37160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FF6348">
              <a:alpha val="25000"/>
            </a:srgbClr>
          </a:solidFill>
          <a:ln w="19050">
            <a:solidFill>
              <a:srgbClr val="FF6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SAVE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FF6348">
              <a:alpha val="25000"/>
            </a:srgbClr>
          </a:solidFill>
          <a:ln w="19050">
            <a:solidFill>
              <a:srgbClr val="FF63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SHARE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FF6348">
              <a:alpha val="25000"/>
            </a:srgbClr>
          </a:solidFill>
          <a:ln w="19050">
            <a:solidFill>
              <a:srgbClr val="FF6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➕ FOLLOW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63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 IN 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2026-02-17T18:06:59Z</dcterms:created>
  <dcterms:modified xsi:type="dcterms:W3CDTF">2026-02-17T18:06:59Z</dcterms:modified>
</cp:coreProperties>
</file>