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9144000"/>
  <p:notesSz cx="9144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2743200"/>
            <a:ext cx="8229600" cy="8229600"/>
          </a:xfrm>
          <a:prstGeom prst="oval">
            <a:avLst/>
          </a:prstGeom>
          <a:solidFill>
            <a:srgbClr val="39FF14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5486400"/>
            <a:ext cx="6400800" cy="6400800"/>
          </a:xfrm>
          <a:prstGeom prst="oval">
            <a:avLst/>
          </a:prstGeom>
          <a:solidFill>
            <a:srgbClr val="FFE600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0" y="6400800"/>
            <a:ext cx="4572000" cy="4572000"/>
          </a:xfrm>
          <a:prstGeom prst="oval">
            <a:avLst/>
          </a:prstGeom>
          <a:solidFill>
            <a:srgbClr val="39FF14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640080"/>
            <a:ext cx="1645920" cy="548640"/>
          </a:xfrm>
          <a:prstGeom prst="roundedRect">
            <a:avLst>
              <a:gd name="adj" fmla="val 50000"/>
            </a:avLst>
          </a:prstGeom>
          <a:solidFill>
            <a:srgbClr val="39FF14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4008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A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EP 2/5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600" kern="0" dirty="0">
                <a:solidFill>
                  <a:srgbClr val="39FF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BIO IN 5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377440"/>
            <a:ext cx="8229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85000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THE</a:t>
            </a:r>
            <a:endParaRPr lang="en-US" sz="7200" dirty="0"/>
          </a:p>
          <a:p>
            <a:pPr indent="0" marL="0">
              <a:lnSpc>
                <a:spcPct val="85000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FAB FOUR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548640" y="585216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no, not the Beatles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48640" y="7863840"/>
            <a:ext cx="2560320" cy="640080"/>
          </a:xfrm>
          <a:prstGeom prst="roundedRect">
            <a:avLst>
              <a:gd name="adj" fmla="val 50000"/>
            </a:avLst>
          </a:prstGeom>
          <a:solidFill>
            <a:srgbClr val="39FF14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78638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071A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SWIPE →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oval">
            <a:avLst/>
          </a:prstGeom>
          <a:solidFill>
            <a:srgbClr val="39FF14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0" y="4572000"/>
            <a:ext cx="5486400" cy="5486400"/>
          </a:xfrm>
          <a:prstGeom prst="oval">
            <a:avLst/>
          </a:prstGeom>
          <a:solidFill>
            <a:srgbClr val="FFE600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entire body is built</a:t>
            </a:r>
            <a:endParaRPr lang="en-US" sz="4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just 4 types</a:t>
            </a:r>
            <a:endParaRPr lang="en-US" sz="4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 molecules 🏗️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097280" y="5943600"/>
            <a:ext cx="6949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Carbohydrates · Lipids · Proteins · Nucleic Acids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the whole squad. Let's meet them.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55264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7" name="Shape 5"/>
          <p:cNvSpPr/>
          <p:nvPr/>
        </p:nvSpPr>
        <p:spPr>
          <a:xfrm>
            <a:off x="3547872" y="8366760"/>
            <a:ext cx="164592" cy="164592"/>
          </a:xfrm>
          <a:prstGeom prst="oval">
            <a:avLst/>
          </a:prstGeom>
          <a:solidFill>
            <a:srgbClr val="39FF14"/>
          </a:solidFill>
          <a:ln/>
        </p:spPr>
      </p:sp>
      <p:sp>
        <p:nvSpPr>
          <p:cNvPr id="8" name="Shape 6"/>
          <p:cNvSpPr/>
          <p:nvPr/>
        </p:nvSpPr>
        <p:spPr>
          <a:xfrm>
            <a:off x="3840480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9" name="Shape 7"/>
          <p:cNvSpPr/>
          <p:nvPr/>
        </p:nvSpPr>
        <p:spPr>
          <a:xfrm>
            <a:off x="4133088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0" name="Shape 8"/>
          <p:cNvSpPr/>
          <p:nvPr/>
        </p:nvSpPr>
        <p:spPr>
          <a:xfrm>
            <a:off x="4425696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1" name="Shape 9"/>
          <p:cNvSpPr/>
          <p:nvPr/>
        </p:nvSpPr>
        <p:spPr>
          <a:xfrm>
            <a:off x="4718304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2" name="Shape 10"/>
          <p:cNvSpPr/>
          <p:nvPr/>
        </p:nvSpPr>
        <p:spPr>
          <a:xfrm>
            <a:off x="5010912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3" name="Shape 11"/>
          <p:cNvSpPr/>
          <p:nvPr/>
        </p:nvSpPr>
        <p:spPr>
          <a:xfrm>
            <a:off x="5303520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4" name="Shape 12"/>
          <p:cNvSpPr/>
          <p:nvPr/>
        </p:nvSpPr>
        <p:spPr>
          <a:xfrm>
            <a:off x="5596128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00" cy="7498080"/>
          </a:xfrm>
          <a:prstGeom prst="roundedRect">
            <a:avLst>
              <a:gd name="adj" fmla="val 3659"/>
            </a:avLst>
          </a:prstGeom>
          <a:solidFill>
            <a:srgbClr val="0F2216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822960"/>
            <a:ext cx="1005840" cy="1005840"/>
          </a:xfrm>
          <a:prstGeom prst="oval">
            <a:avLst/>
          </a:prstGeom>
          <a:solidFill>
            <a:srgbClr val="39FF14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82296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⚡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011680" y="822960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Carbs = Your Body's Gas Station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103120"/>
            <a:ext cx="7498080" cy="36576"/>
          </a:xfrm>
          <a:prstGeom prst="rect">
            <a:avLst/>
          </a:prstGeom>
          <a:solidFill>
            <a:srgbClr val="39FF14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468880"/>
            <a:ext cx="749808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Sugars + starches = quick energy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carbs → glucose, fructose (fruit, candy, soda)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carbs → starch, fiber (bread, rice, oats)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 fact: Your brain runs almost ENTIRELY on glucose.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carbs = brain fog city. 🌫️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255264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9" name="Shape 7"/>
          <p:cNvSpPr/>
          <p:nvPr/>
        </p:nvSpPr>
        <p:spPr>
          <a:xfrm>
            <a:off x="3547872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0" name="Shape 8"/>
          <p:cNvSpPr/>
          <p:nvPr/>
        </p:nvSpPr>
        <p:spPr>
          <a:xfrm>
            <a:off x="3840480" y="8366760"/>
            <a:ext cx="164592" cy="164592"/>
          </a:xfrm>
          <a:prstGeom prst="oval">
            <a:avLst/>
          </a:prstGeom>
          <a:solidFill>
            <a:srgbClr val="39FF14"/>
          </a:solidFill>
          <a:ln/>
        </p:spPr>
      </p:sp>
      <p:sp>
        <p:nvSpPr>
          <p:cNvPr id="11" name="Shape 9"/>
          <p:cNvSpPr/>
          <p:nvPr/>
        </p:nvSpPr>
        <p:spPr>
          <a:xfrm>
            <a:off x="4133088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2" name="Shape 10"/>
          <p:cNvSpPr/>
          <p:nvPr/>
        </p:nvSpPr>
        <p:spPr>
          <a:xfrm>
            <a:off x="4425696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3" name="Shape 11"/>
          <p:cNvSpPr/>
          <p:nvPr/>
        </p:nvSpPr>
        <p:spPr>
          <a:xfrm>
            <a:off x="4718304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4" name="Shape 12"/>
          <p:cNvSpPr/>
          <p:nvPr/>
        </p:nvSpPr>
        <p:spPr>
          <a:xfrm>
            <a:off x="5010912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5" name="Shape 13"/>
          <p:cNvSpPr/>
          <p:nvPr/>
        </p:nvSpPr>
        <p:spPr>
          <a:xfrm>
            <a:off x="5303520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6" name="Shape 14"/>
          <p:cNvSpPr/>
          <p:nvPr/>
        </p:nvSpPr>
        <p:spPr>
          <a:xfrm>
            <a:off x="5596128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00" cy="7498080"/>
          </a:xfrm>
          <a:prstGeom prst="roundedRect">
            <a:avLst>
              <a:gd name="adj" fmla="val 3659"/>
            </a:avLst>
          </a:prstGeom>
          <a:solidFill>
            <a:srgbClr val="0F2216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822960"/>
            <a:ext cx="1005840" cy="1005840"/>
          </a:xfrm>
          <a:prstGeom prst="oval">
            <a:avLst/>
          </a:prstGeom>
          <a:solidFill>
            <a:srgbClr val="39FF14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82296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🛡️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011680" y="822960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Lipids = Storage + Armor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103120"/>
            <a:ext cx="7498080" cy="36576"/>
          </a:xfrm>
          <a:prstGeom prst="rect">
            <a:avLst/>
          </a:prstGeom>
          <a:solidFill>
            <a:srgbClr val="39FF14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468880"/>
            <a:ext cx="749808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Fats, oils, waxes. They get a bad rep, but you NEED them.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Store energy for later (backup battery 🔋)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Cushion your organs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Make up EVERY cell membrane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twist: Your brain is ~60% fat.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 the lipids.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255264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9" name="Shape 7"/>
          <p:cNvSpPr/>
          <p:nvPr/>
        </p:nvSpPr>
        <p:spPr>
          <a:xfrm>
            <a:off x="3547872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0" name="Shape 8"/>
          <p:cNvSpPr/>
          <p:nvPr/>
        </p:nvSpPr>
        <p:spPr>
          <a:xfrm>
            <a:off x="3840480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1" name="Shape 9"/>
          <p:cNvSpPr/>
          <p:nvPr/>
        </p:nvSpPr>
        <p:spPr>
          <a:xfrm>
            <a:off x="4133088" y="8366760"/>
            <a:ext cx="164592" cy="164592"/>
          </a:xfrm>
          <a:prstGeom prst="oval">
            <a:avLst/>
          </a:prstGeom>
          <a:solidFill>
            <a:srgbClr val="39FF14"/>
          </a:solidFill>
          <a:ln/>
        </p:spPr>
      </p:sp>
      <p:sp>
        <p:nvSpPr>
          <p:cNvPr id="12" name="Shape 10"/>
          <p:cNvSpPr/>
          <p:nvPr/>
        </p:nvSpPr>
        <p:spPr>
          <a:xfrm>
            <a:off x="4425696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3" name="Shape 11"/>
          <p:cNvSpPr/>
          <p:nvPr/>
        </p:nvSpPr>
        <p:spPr>
          <a:xfrm>
            <a:off x="4718304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4" name="Shape 12"/>
          <p:cNvSpPr/>
          <p:nvPr/>
        </p:nvSpPr>
        <p:spPr>
          <a:xfrm>
            <a:off x="5010912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5" name="Shape 13"/>
          <p:cNvSpPr/>
          <p:nvPr/>
        </p:nvSpPr>
        <p:spPr>
          <a:xfrm>
            <a:off x="5303520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6" name="Shape 14"/>
          <p:cNvSpPr/>
          <p:nvPr/>
        </p:nvSpPr>
        <p:spPr>
          <a:xfrm>
            <a:off x="5596128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00" cy="7498080"/>
          </a:xfrm>
          <a:prstGeom prst="roundedRect">
            <a:avLst>
              <a:gd name="adj" fmla="val 3659"/>
            </a:avLst>
          </a:prstGeom>
          <a:solidFill>
            <a:srgbClr val="0F2216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822960"/>
            <a:ext cx="1005840" cy="1005840"/>
          </a:xfrm>
          <a:prstGeom prst="oval">
            <a:avLst/>
          </a:prstGeom>
          <a:solidFill>
            <a:srgbClr val="39FF14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82296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💪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011680" y="822960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Proteins = The Workers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103120"/>
            <a:ext cx="7498080" cy="36576"/>
          </a:xfrm>
          <a:prstGeom prst="rect">
            <a:avLst/>
          </a:prstGeom>
          <a:solidFill>
            <a:srgbClr val="39FF14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468880"/>
            <a:ext cx="749808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Proteins do literally EVERYTHING: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Build muscle (structural)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Speed up reactions (enzymes)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Carry oxygen (hemoglobin)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Fight disease (antibodies)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Send signals (hormones)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of 20 different amino acids linked in chains.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combos = different superpowers.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255264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9" name="Shape 7"/>
          <p:cNvSpPr/>
          <p:nvPr/>
        </p:nvSpPr>
        <p:spPr>
          <a:xfrm>
            <a:off x="3547872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0" name="Shape 8"/>
          <p:cNvSpPr/>
          <p:nvPr/>
        </p:nvSpPr>
        <p:spPr>
          <a:xfrm>
            <a:off x="3840480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1" name="Shape 9"/>
          <p:cNvSpPr/>
          <p:nvPr/>
        </p:nvSpPr>
        <p:spPr>
          <a:xfrm>
            <a:off x="4133088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2" name="Shape 10"/>
          <p:cNvSpPr/>
          <p:nvPr/>
        </p:nvSpPr>
        <p:spPr>
          <a:xfrm>
            <a:off x="4425696" y="8366760"/>
            <a:ext cx="164592" cy="164592"/>
          </a:xfrm>
          <a:prstGeom prst="oval">
            <a:avLst/>
          </a:prstGeom>
          <a:solidFill>
            <a:srgbClr val="39FF14"/>
          </a:solidFill>
          <a:ln/>
        </p:spPr>
      </p:sp>
      <p:sp>
        <p:nvSpPr>
          <p:cNvPr id="13" name="Shape 11"/>
          <p:cNvSpPr/>
          <p:nvPr/>
        </p:nvSpPr>
        <p:spPr>
          <a:xfrm>
            <a:off x="4718304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4" name="Shape 12"/>
          <p:cNvSpPr/>
          <p:nvPr/>
        </p:nvSpPr>
        <p:spPr>
          <a:xfrm>
            <a:off x="5010912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5" name="Shape 13"/>
          <p:cNvSpPr/>
          <p:nvPr/>
        </p:nvSpPr>
        <p:spPr>
          <a:xfrm>
            <a:off x="5303520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6" name="Shape 14"/>
          <p:cNvSpPr/>
          <p:nvPr/>
        </p:nvSpPr>
        <p:spPr>
          <a:xfrm>
            <a:off x="5596128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00" cy="7498080"/>
          </a:xfrm>
          <a:prstGeom prst="roundedRect">
            <a:avLst>
              <a:gd name="adj" fmla="val 3659"/>
            </a:avLst>
          </a:prstGeom>
          <a:solidFill>
            <a:srgbClr val="0F2216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822960"/>
            <a:ext cx="1005840" cy="1005840"/>
          </a:xfrm>
          <a:prstGeom prst="oval">
            <a:avLst/>
          </a:prstGeom>
          <a:solidFill>
            <a:srgbClr val="39FF14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82296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📋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011680" y="822960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Nucleic Acids = The Source Code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103120"/>
            <a:ext cx="7498080" cy="36576"/>
          </a:xfrm>
          <a:prstGeom prst="rect">
            <a:avLst/>
          </a:prstGeom>
          <a:solidFill>
            <a:srgbClr val="39FF14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468880"/>
            <a:ext cx="749808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 + RNA = your body's instruction manual.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 stores ALL your genetic info.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RNA reads the instructions &amp; helps build proteins.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single cell in your body has ~6 FEET of DNA crammed into it. 🤯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basically a walking hard drive.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255264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9" name="Shape 7"/>
          <p:cNvSpPr/>
          <p:nvPr/>
        </p:nvSpPr>
        <p:spPr>
          <a:xfrm>
            <a:off x="3547872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0" name="Shape 8"/>
          <p:cNvSpPr/>
          <p:nvPr/>
        </p:nvSpPr>
        <p:spPr>
          <a:xfrm>
            <a:off x="3840480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1" name="Shape 9"/>
          <p:cNvSpPr/>
          <p:nvPr/>
        </p:nvSpPr>
        <p:spPr>
          <a:xfrm>
            <a:off x="4133088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2" name="Shape 10"/>
          <p:cNvSpPr/>
          <p:nvPr/>
        </p:nvSpPr>
        <p:spPr>
          <a:xfrm>
            <a:off x="4425696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3" name="Shape 11"/>
          <p:cNvSpPr/>
          <p:nvPr/>
        </p:nvSpPr>
        <p:spPr>
          <a:xfrm>
            <a:off x="4718304" y="8366760"/>
            <a:ext cx="164592" cy="164592"/>
          </a:xfrm>
          <a:prstGeom prst="oval">
            <a:avLst/>
          </a:prstGeom>
          <a:solidFill>
            <a:srgbClr val="39FF14"/>
          </a:solidFill>
          <a:ln/>
        </p:spPr>
      </p:sp>
      <p:sp>
        <p:nvSpPr>
          <p:cNvPr id="14" name="Shape 12"/>
          <p:cNvSpPr/>
          <p:nvPr/>
        </p:nvSpPr>
        <p:spPr>
          <a:xfrm>
            <a:off x="5010912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5" name="Shape 13"/>
          <p:cNvSpPr/>
          <p:nvPr/>
        </p:nvSpPr>
        <p:spPr>
          <a:xfrm>
            <a:off x="5303520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6" name="Shape 14"/>
          <p:cNvSpPr/>
          <p:nvPr/>
        </p:nvSpPr>
        <p:spPr>
          <a:xfrm>
            <a:off x="5596128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Cheat Sheet 📝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794760" cy="3017520"/>
          </a:xfrm>
          <a:prstGeom prst="roundedRect">
            <a:avLst>
              <a:gd name="adj" fmla="val 6061"/>
            </a:avLst>
          </a:prstGeom>
          <a:solidFill>
            <a:srgbClr val="0F2216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80160" y="15544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9FF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Carbs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333756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Job: Quick energy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of: Sugars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Think: Bread, fruit, pasta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00600" y="1371600"/>
            <a:ext cx="3794760" cy="3017520"/>
          </a:xfrm>
          <a:prstGeom prst="roundedRect">
            <a:avLst>
              <a:gd name="adj" fmla="val 6061"/>
            </a:avLst>
          </a:prstGeom>
          <a:solidFill>
            <a:srgbClr val="0F2216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🛡️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532120" y="15544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9FF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Lipids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029200" y="2148840"/>
            <a:ext cx="333756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Job: Storage &amp; protection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of: Fatty acids + glycerol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Think: Oils, butter, avocado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4709160"/>
            <a:ext cx="3794760" cy="3017520"/>
          </a:xfrm>
          <a:prstGeom prst="roundedRect">
            <a:avLst>
              <a:gd name="adj" fmla="val 6061"/>
            </a:avLst>
          </a:prstGeom>
          <a:solidFill>
            <a:srgbClr val="0F2216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4892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💪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280160" y="489204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9FF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Proteins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77240" y="5486400"/>
            <a:ext cx="333756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Job: Build &amp; repair everything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of: Amino acids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Think: Meat, eggs, beans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800600" y="4709160"/>
            <a:ext cx="3794760" cy="3017520"/>
          </a:xfrm>
          <a:prstGeom prst="roundedRect">
            <a:avLst>
              <a:gd name="adj" fmla="val 6061"/>
            </a:avLst>
          </a:prstGeom>
          <a:solidFill>
            <a:srgbClr val="0F2216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0" y="4892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532120" y="489204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9FF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Nucleic Acids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029200" y="5486400"/>
            <a:ext cx="333756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Job: Store genetic info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of: Nucleotides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Think: Inside every living cell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255264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20" name="Shape 18"/>
          <p:cNvSpPr/>
          <p:nvPr/>
        </p:nvSpPr>
        <p:spPr>
          <a:xfrm>
            <a:off x="3547872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21" name="Shape 19"/>
          <p:cNvSpPr/>
          <p:nvPr/>
        </p:nvSpPr>
        <p:spPr>
          <a:xfrm>
            <a:off x="3840480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22" name="Shape 20"/>
          <p:cNvSpPr/>
          <p:nvPr/>
        </p:nvSpPr>
        <p:spPr>
          <a:xfrm>
            <a:off x="4133088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23" name="Shape 21"/>
          <p:cNvSpPr/>
          <p:nvPr/>
        </p:nvSpPr>
        <p:spPr>
          <a:xfrm>
            <a:off x="4425696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24" name="Shape 22"/>
          <p:cNvSpPr/>
          <p:nvPr/>
        </p:nvSpPr>
        <p:spPr>
          <a:xfrm>
            <a:off x="4718304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25" name="Shape 23"/>
          <p:cNvSpPr/>
          <p:nvPr/>
        </p:nvSpPr>
        <p:spPr>
          <a:xfrm>
            <a:off x="5010912" y="8366760"/>
            <a:ext cx="164592" cy="164592"/>
          </a:xfrm>
          <a:prstGeom prst="oval">
            <a:avLst/>
          </a:prstGeom>
          <a:solidFill>
            <a:srgbClr val="39FF14"/>
          </a:solidFill>
          <a:ln/>
        </p:spPr>
      </p:sp>
      <p:sp>
        <p:nvSpPr>
          <p:cNvPr id="26" name="Shape 24"/>
          <p:cNvSpPr/>
          <p:nvPr/>
        </p:nvSpPr>
        <p:spPr>
          <a:xfrm>
            <a:off x="5303520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27" name="Shape 25"/>
          <p:cNvSpPr/>
          <p:nvPr/>
        </p:nvSpPr>
        <p:spPr>
          <a:xfrm>
            <a:off x="5596128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oval">
            <a:avLst/>
          </a:prstGeom>
          <a:solidFill>
            <a:srgbClr val="39FF14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0" y="4572000"/>
            <a:ext cx="5486400" cy="5486400"/>
          </a:xfrm>
          <a:prstGeom prst="oval">
            <a:avLst/>
          </a:prstGeom>
          <a:solidFill>
            <a:srgbClr val="FFE600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Carbs fuel you ⚡</a:t>
            </a:r>
            <a:endParaRPr lang="en-US" sz="4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Lipids protect you 🛡️</a:t>
            </a:r>
            <a:endParaRPr lang="en-US" sz="4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Proteins build you 💪</a:t>
            </a:r>
            <a:endParaRPr lang="en-US" sz="4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Nucleic acids code you 📋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097280" y="5943600"/>
            <a:ext cx="6949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four. Working together. 24/7.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now. Inside you. Respect the squad.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55264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7" name="Shape 5"/>
          <p:cNvSpPr/>
          <p:nvPr/>
        </p:nvSpPr>
        <p:spPr>
          <a:xfrm>
            <a:off x="3547872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8" name="Shape 6"/>
          <p:cNvSpPr/>
          <p:nvPr/>
        </p:nvSpPr>
        <p:spPr>
          <a:xfrm>
            <a:off x="3840480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9" name="Shape 7"/>
          <p:cNvSpPr/>
          <p:nvPr/>
        </p:nvSpPr>
        <p:spPr>
          <a:xfrm>
            <a:off x="4133088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0" name="Shape 8"/>
          <p:cNvSpPr/>
          <p:nvPr/>
        </p:nvSpPr>
        <p:spPr>
          <a:xfrm>
            <a:off x="4425696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1" name="Shape 9"/>
          <p:cNvSpPr/>
          <p:nvPr/>
        </p:nvSpPr>
        <p:spPr>
          <a:xfrm>
            <a:off x="4718304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2" name="Shape 10"/>
          <p:cNvSpPr/>
          <p:nvPr/>
        </p:nvSpPr>
        <p:spPr>
          <a:xfrm>
            <a:off x="5010912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3" name="Shape 11"/>
          <p:cNvSpPr/>
          <p:nvPr/>
        </p:nvSpPr>
        <p:spPr>
          <a:xfrm>
            <a:off x="5303520" y="8366760"/>
            <a:ext cx="164592" cy="164592"/>
          </a:xfrm>
          <a:prstGeom prst="oval">
            <a:avLst/>
          </a:prstGeom>
          <a:solidFill>
            <a:srgbClr val="39FF14"/>
          </a:solidFill>
          <a:ln/>
        </p:spPr>
      </p:sp>
      <p:sp>
        <p:nvSpPr>
          <p:cNvPr id="14" name="Shape 12"/>
          <p:cNvSpPr/>
          <p:nvPr/>
        </p:nvSpPr>
        <p:spPr>
          <a:xfrm>
            <a:off x="5596128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914400"/>
            <a:ext cx="4572000" cy="4572000"/>
          </a:xfrm>
          <a:prstGeom prst="oval">
            <a:avLst/>
          </a:prstGeom>
          <a:solidFill>
            <a:srgbClr val="39FF14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657600" y="2743200"/>
            <a:ext cx="2743200" cy="2743200"/>
          </a:xfrm>
          <a:prstGeom prst="oval">
            <a:avLst/>
          </a:prstGeom>
          <a:solidFill>
            <a:srgbClr val="FFE600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0116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500" kern="0" dirty="0">
                <a:solidFill>
                  <a:srgbClr val="39FF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 UP ↓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8046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PROTEIN POWER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1371600" y="6400800"/>
            <a:ext cx="2011680" cy="594360"/>
          </a:xfrm>
          <a:prstGeom prst="roundedRect">
            <a:avLst>
              <a:gd name="adj" fmla="val 49231"/>
            </a:avLst>
          </a:prstGeom>
          <a:solidFill>
            <a:srgbClr val="39FF14">
              <a:alpha val="25000"/>
            </a:srgbClr>
          </a:solidFill>
          <a:ln w="19050">
            <a:solidFill>
              <a:srgbClr val="39FF1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640080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9FF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💾 SAVE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749040" y="6400800"/>
            <a:ext cx="2011680" cy="594360"/>
          </a:xfrm>
          <a:prstGeom prst="roundedRect">
            <a:avLst>
              <a:gd name="adj" fmla="val 49231"/>
            </a:avLst>
          </a:prstGeom>
          <a:solidFill>
            <a:srgbClr val="39FF14">
              <a:alpha val="25000"/>
            </a:srgbClr>
          </a:solidFill>
          <a:ln w="19050">
            <a:solidFill>
              <a:srgbClr val="39FF1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49040" y="640080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9FF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📤 SHARE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26480" y="6400800"/>
            <a:ext cx="2011680" cy="594360"/>
          </a:xfrm>
          <a:prstGeom prst="roundedRect">
            <a:avLst>
              <a:gd name="adj" fmla="val 49231"/>
            </a:avLst>
          </a:prstGeom>
          <a:solidFill>
            <a:srgbClr val="39FF14">
              <a:alpha val="25000"/>
            </a:srgbClr>
          </a:solidFill>
          <a:ln w="19050">
            <a:solidFill>
              <a:srgbClr val="39FF1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640080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9FF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➕ FOLLOW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77724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600" kern="0" dirty="0">
                <a:solidFill>
                  <a:srgbClr val="39FF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BIO IN 5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2026-02-17T18:06:59Z</dcterms:created>
  <dcterms:modified xsi:type="dcterms:W3CDTF">2026-02-17T18:06:59Z</dcterms:modified>
</cp:coreProperties>
</file>